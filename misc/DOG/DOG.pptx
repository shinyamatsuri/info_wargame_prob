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3BA8EA-728B-41CE-923F-E5C9AE07B0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8C34D13-8FA6-4A66-ADCF-90EC5C3413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086400-D791-49D4-9FEF-836EB8E39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02446-6764-46A9-BCE4-75EF55CFC1C2}" type="datetimeFigureOut">
              <a:rPr lang="ko-KR" altLang="en-US" smtClean="0"/>
              <a:t>2021-10-21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7B580E-C741-4B7B-8503-B7755606E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42C0A6-C5B0-44F9-BD6C-68F29307D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E42C5-EC7F-4575-BD6D-44A488BBF5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0645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E18042-5BE7-410A-AEC0-324384FC1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8A6D9B-71F8-4AD1-ACF0-BFC0199FA2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2BE1E3-590E-4723-B3E2-C863BF7A4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02446-6764-46A9-BCE4-75EF55CFC1C2}" type="datetimeFigureOut">
              <a:rPr lang="ko-KR" altLang="en-US" smtClean="0"/>
              <a:t>2021-10-21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852A00-0BB6-468C-8A81-946CF10CF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A60306-C2BF-4DB4-A52D-E05068FEA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E42C5-EC7F-4575-BD6D-44A488BBF5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5672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E5A8E2-F6FA-444B-B385-D1A5BF8A0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BA309E-BFF0-4A0C-A27D-466207F7AD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BF4F80-524D-4531-BA08-3A4F00DEC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02446-6764-46A9-BCE4-75EF55CFC1C2}" type="datetimeFigureOut">
              <a:rPr lang="ko-KR" altLang="en-US" smtClean="0"/>
              <a:t>2021-10-21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9B7CDB-DB4E-47DB-B4FC-418BF2B3C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6A2051-47BE-4477-B4A8-317B4DDF0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E42C5-EC7F-4575-BD6D-44A488BBF5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1307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A2171B-6E50-48E6-8911-0E799A995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BC6FBE-2A94-4964-A995-A8AFEDA97F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65CEB98-BB7A-46CE-927C-C571BB2DBE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7DC4BA-8D37-4A5B-8459-01FE11210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02446-6764-46A9-BCE4-75EF55CFC1C2}" type="datetimeFigureOut">
              <a:rPr lang="ko-KR" altLang="en-US" smtClean="0"/>
              <a:t>2021-10-21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D623DE-D7B4-49DC-BCEF-F482BADFB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6B71915-AEC3-4EA7-861B-7C2430190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E42C5-EC7F-4575-BD6D-44A488BBF5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0868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0DFC6E-39A1-45DB-BBC4-841F81885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4E468CA-6FE5-4835-9EFC-0111D22FB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4875A89-719E-4F83-88A6-EAA1B12FF5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1DE0EBC-8966-4AC9-9A71-4E9AF844D6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BE745BD-1D95-4517-AFA3-D624C597EC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5203290-ADDA-4AFC-AE2B-109AAF964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02446-6764-46A9-BCE4-75EF55CFC1C2}" type="datetimeFigureOut">
              <a:rPr lang="ko-KR" altLang="en-US" smtClean="0"/>
              <a:t>2021-10-21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085F628-C30E-4A6A-8502-5FEF72763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C61AB4A-800C-4059-9790-8C45996BC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E42C5-EC7F-4575-BD6D-44A488BBF5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3045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F235B9-3858-44AC-96FD-01B504127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419BCC2-CA93-4A94-9F57-F06C89153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02446-6764-46A9-BCE4-75EF55CFC1C2}" type="datetimeFigureOut">
              <a:rPr lang="ko-KR" altLang="en-US" smtClean="0"/>
              <a:t>2021-10-21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7445D7D-D217-4757-831D-9536AD553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238181-3CCB-49CB-8A70-B74169A15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E42C5-EC7F-4575-BD6D-44A488BBF5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9846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5549D3C-7143-4D71-917E-AE7588A86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02446-6764-46A9-BCE4-75EF55CFC1C2}" type="datetimeFigureOut">
              <a:rPr lang="ko-KR" altLang="en-US" smtClean="0"/>
              <a:t>2021-10-21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9FDD23-C3E4-4A2B-9D8F-7854D48CC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3D16B5-33A1-4381-AE6B-BD9E4E062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E42C5-EC7F-4575-BD6D-44A488BBF5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9368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049CDD-9874-422D-BE2D-2A868DD7D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E8C716-FB81-41FB-8941-A1C25C16D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D747BE8-CC99-4C8B-822D-21DAF11756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0836C26-E19D-4F95-A4B1-DF67E75FF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02446-6764-46A9-BCE4-75EF55CFC1C2}" type="datetimeFigureOut">
              <a:rPr lang="ko-KR" altLang="en-US" smtClean="0"/>
              <a:t>2021-10-21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9EDE89-9CAD-42A6-ADD6-80CBDD303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4B2B1C-0C70-4B81-9C71-2794AA235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E42C5-EC7F-4575-BD6D-44A488BBF5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3143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4F28D7-EB6A-4660-8FC5-FF359B114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2BD7CC4-363A-4E8F-90C9-21AC651634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415803E-CC4A-493F-8585-341664303E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A4FF2A3-7BD9-470E-AC5C-2FF68F99B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02446-6764-46A9-BCE4-75EF55CFC1C2}" type="datetimeFigureOut">
              <a:rPr lang="ko-KR" altLang="en-US" smtClean="0"/>
              <a:t>2021-10-21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6AF8E8F-9DC2-45F8-A1B5-CD61D31C9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580B17-D4FD-4158-9D87-24788F047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E42C5-EC7F-4575-BD6D-44A488BBF5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4228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4114C3-E1E1-4AEA-AB15-423A5995F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049E060-F56D-4EE3-A8BF-9822955EF1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423628-68A1-4333-9E3B-79CB61552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02446-6764-46A9-BCE4-75EF55CFC1C2}" type="datetimeFigureOut">
              <a:rPr lang="ko-KR" altLang="en-US" smtClean="0"/>
              <a:t>2021-10-21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B8B644-D2A6-4F23-96B3-04E23718C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ECD72-FCF8-4427-8390-BDDCE7465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E42C5-EC7F-4575-BD6D-44A488BBF5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8409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3BB3A7A-93E0-45AA-8B6C-314E4C5336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AC51517-13A0-42C8-91E4-57521C95AB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7DD6FB-5581-4208-A84E-1B04D7992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02446-6764-46A9-BCE4-75EF55CFC1C2}" type="datetimeFigureOut">
              <a:rPr lang="ko-KR" altLang="en-US" smtClean="0"/>
              <a:t>2021-10-21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4E6A9D-2C34-4460-AC94-E367FCD16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83F305-4710-4B6A-ABDF-E219A41CB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E42C5-EC7F-4575-BD6D-44A488BBF5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1953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0101A5C-7034-41A8-A21A-E7589C6D3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2E0D8E-6560-4B62-B106-3990E018E0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811FFC-4FFE-40D9-BEBE-A41632B7A4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E02446-6764-46A9-BCE4-75EF55CFC1C2}" type="datetimeFigureOut">
              <a:rPr lang="ko-KR" altLang="en-US" smtClean="0"/>
              <a:t>2021-10-21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447080-80B6-4F9E-900F-F77433F341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418265-52F4-4D59-A9B5-10CE804839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7E42C5-EC7F-4575-BD6D-44A488BBF5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2368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Meme Dog is blown away by my dank memes: Braveryjerk">
            <a:extLst>
              <a:ext uri="{FF2B5EF4-FFF2-40B4-BE49-F238E27FC236}">
                <a16:creationId xmlns:a16="http://schemas.microsoft.com/office/drawing/2014/main" id="{3AADBB63-0D10-4BEE-8390-54A50E335C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8676" y="270545"/>
            <a:ext cx="6096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oge | Teh Meme Wiki | Fandom">
            <a:extLst>
              <a:ext uri="{FF2B5EF4-FFF2-40B4-BE49-F238E27FC236}">
                <a16:creationId xmlns:a16="http://schemas.microsoft.com/office/drawing/2014/main" id="{AEFC5731-6C15-49C9-9112-EF9200B43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7887" y="3074041"/>
            <a:ext cx="3661374" cy="457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외전 유닛 캘만한거 뭐뭐있음? - 종합 속보">
            <a:extLst>
              <a:ext uri="{FF2B5EF4-FFF2-40B4-BE49-F238E27FC236}">
                <a16:creationId xmlns:a16="http://schemas.microsoft.com/office/drawing/2014/main" id="{5DC2C120-4359-4FE1-A252-A1AF0ABD80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5872" y="4699670"/>
            <a:ext cx="2691468" cy="2018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The Dog that started the doge meme.: pics">
            <a:extLst>
              <a:ext uri="{FF2B5EF4-FFF2-40B4-BE49-F238E27FC236}">
                <a16:creationId xmlns:a16="http://schemas.microsoft.com/office/drawing/2014/main" id="{4B781777-EA1E-4622-B206-964180FB3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9494" y="628957"/>
            <a:ext cx="3730304" cy="279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og&amp;quot; Meme Templates - Imgflip">
            <a:extLst>
              <a:ext uri="{FF2B5EF4-FFF2-40B4-BE49-F238E27FC236}">
                <a16:creationId xmlns:a16="http://schemas.microsoft.com/office/drawing/2014/main" id="{99A01FDA-8FC0-4E82-B969-079F3A342D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24" y="107571"/>
            <a:ext cx="23812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2219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민준혁</dc:creator>
  <cp:lastModifiedBy>민준혁</cp:lastModifiedBy>
  <cp:revision>1</cp:revision>
  <dcterms:created xsi:type="dcterms:W3CDTF">2021-10-21T06:42:27Z</dcterms:created>
  <dcterms:modified xsi:type="dcterms:W3CDTF">2021-10-21T06:43:27Z</dcterms:modified>
</cp:coreProperties>
</file>